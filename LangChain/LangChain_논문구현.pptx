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kv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A6A19-9F47-468F-92D3-EE8E9F09E68A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ED8F19-E4AA-4E3D-B9ED-E445634065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168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EB41DD-7690-436B-A4E2-04038CF23D9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749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7195B-52BF-4DE6-989D-71BC652D1FB3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F49C5-4DED-4A3C-AE0C-B78584E3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45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7195B-52BF-4DE6-989D-71BC652D1FB3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F49C5-4DED-4A3C-AE0C-B78584E3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84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7195B-52BF-4DE6-989D-71BC652D1FB3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F49C5-4DED-4A3C-AE0C-B78584E3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88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7195B-52BF-4DE6-989D-71BC652D1FB3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F49C5-4DED-4A3C-AE0C-B78584E3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938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7195B-52BF-4DE6-989D-71BC652D1FB3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F49C5-4DED-4A3C-AE0C-B78584E3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61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7195B-52BF-4DE6-989D-71BC652D1FB3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F49C5-4DED-4A3C-AE0C-B78584E3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01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7195B-52BF-4DE6-989D-71BC652D1FB3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F49C5-4DED-4A3C-AE0C-B78584E3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57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7195B-52BF-4DE6-989D-71BC652D1FB3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F49C5-4DED-4A3C-AE0C-B78584E3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720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7195B-52BF-4DE6-989D-71BC652D1FB3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F49C5-4DED-4A3C-AE0C-B78584E3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521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7195B-52BF-4DE6-989D-71BC652D1FB3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F49C5-4DED-4A3C-AE0C-B78584E3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84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7195B-52BF-4DE6-989D-71BC652D1FB3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F49C5-4DED-4A3C-AE0C-B78584E3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647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7195B-52BF-4DE6-989D-71BC652D1FB3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F49C5-4DED-4A3C-AE0C-B78584E3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364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kv"/><Relationship Id="rId1" Type="http://schemas.microsoft.com/office/2007/relationships/media" Target="../media/media1.mkv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03.05568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2894189"/>
            <a:ext cx="9144000" cy="1655762"/>
          </a:xfrm>
        </p:spPr>
        <p:txBody>
          <a:bodyPr>
            <a:normAutofit fontScale="32500" lnSpcReduction="20000"/>
          </a:bodyPr>
          <a:lstStyle/>
          <a:p>
            <a:r>
              <a:rPr lang="en-US" altLang="ko-KR" sz="6600" dirty="0" smtClean="0"/>
              <a:t>A Journey with a Large Language Model</a:t>
            </a:r>
          </a:p>
          <a:p>
            <a:r>
              <a:rPr lang="en-US" altLang="ko-KR" sz="4500" dirty="0" err="1" smtClean="0"/>
              <a:t>Aditi</a:t>
            </a:r>
            <a:r>
              <a:rPr lang="en-US" altLang="ko-KR" sz="4500" dirty="0" smtClean="0"/>
              <a:t> Singh</a:t>
            </a:r>
          </a:p>
          <a:p>
            <a:r>
              <a:rPr lang="en-US" altLang="ko-KR" sz="3200" dirty="0"/>
              <a:t>Wed, 21 Feb 2024</a:t>
            </a:r>
            <a:endParaRPr lang="en-US" altLang="ko-KR" sz="3200" dirty="0" smtClean="0"/>
          </a:p>
          <a:p>
            <a:endParaRPr lang="en-US" altLang="ko-KR" dirty="0" smtClean="0"/>
          </a:p>
          <a:p>
            <a:r>
              <a:rPr lang="ko-KR" altLang="en-US" sz="11200" b="1" dirty="0" smtClean="0"/>
              <a:t>논문 구현</a:t>
            </a:r>
            <a:endParaRPr lang="en-US" altLang="ko-KR" sz="11200" b="1" dirty="0" smtClean="0"/>
          </a:p>
          <a:p>
            <a:endParaRPr lang="en-US" altLang="ko-KR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7587048" y="5840627"/>
            <a:ext cx="474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CloseAI</a:t>
            </a:r>
            <a:r>
              <a:rPr lang="ko-KR" altLang="en-US" dirty="0" smtClean="0"/>
              <a:t>팀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이정훈 박준혁 </a:t>
            </a:r>
            <a:r>
              <a:rPr lang="ko-KR" altLang="en-US" dirty="0"/>
              <a:t>김유철 이상헌 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smtClean="0"/>
              <a:t>13 June 2024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187543" y="131477"/>
            <a:ext cx="2743200" cy="392378"/>
          </a:xfrm>
        </p:spPr>
        <p:txBody>
          <a:bodyPr/>
          <a:lstStyle/>
          <a:p>
            <a:r>
              <a:rPr lang="en-US" altLang="ko-KR" sz="2000" b="1" dirty="0"/>
              <a:t>1</a:t>
            </a:r>
            <a:endParaRPr lang="ko-KR" altLang="en-US" sz="2000" b="1" dirty="0"/>
          </a:p>
        </p:txBody>
      </p:sp>
      <p:sp>
        <p:nvSpPr>
          <p:cNvPr id="8" name="부제목 2"/>
          <p:cNvSpPr>
            <a:spLocks noGrp="1"/>
          </p:cNvSpPr>
          <p:nvPr/>
        </p:nvSpPr>
        <p:spPr>
          <a:xfrm>
            <a:off x="1524000" y="3135930"/>
            <a:ext cx="9144000" cy="586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9" name="부제목 2"/>
          <p:cNvSpPr>
            <a:spLocks noGrp="1"/>
          </p:cNvSpPr>
          <p:nvPr>
            <p:ph type="ctrTitle"/>
          </p:nvPr>
        </p:nvSpPr>
        <p:spPr>
          <a:xfrm>
            <a:off x="937953" y="1016401"/>
            <a:ext cx="10316094" cy="1779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ko-KR" sz="2800" b="1" dirty="0" smtClean="0"/>
              <a:t>Revolutionizing Mental Health Care through </a:t>
            </a:r>
            <a:r>
              <a:rPr lang="en-US" altLang="ko-KR" sz="2800" b="1" dirty="0" err="1" smtClean="0"/>
              <a:t>LangChain</a:t>
            </a:r>
            <a:endParaRPr lang="ko-KR" altLang="en-US" sz="2800" b="1" dirty="0"/>
          </a:p>
        </p:txBody>
      </p:sp>
      <p:sp>
        <p:nvSpPr>
          <p:cNvPr id="11" name="부제목 2"/>
          <p:cNvSpPr>
            <a:spLocks noGrp="1"/>
          </p:cNvSpPr>
          <p:nvPr/>
        </p:nvSpPr>
        <p:spPr>
          <a:xfrm>
            <a:off x="1676400" y="3288330"/>
            <a:ext cx="9144000" cy="586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2" name="부제목 2"/>
          <p:cNvSpPr>
            <a:spLocks noGrp="1"/>
          </p:cNvSpPr>
          <p:nvPr/>
        </p:nvSpPr>
        <p:spPr>
          <a:xfrm>
            <a:off x="1828800" y="3440730"/>
            <a:ext cx="9144000" cy="586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52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altLang="ko-KR" dirty="0" smtClean="0"/>
          </a:p>
          <a:p>
            <a:r>
              <a:rPr lang="en-US" altLang="ko-KR" dirty="0" err="1" smtClean="0"/>
              <a:t>LangChain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 smtClean="0"/>
              <a:t>MindGuide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Code</a:t>
            </a:r>
          </a:p>
          <a:p>
            <a:endParaRPr lang="en-US" altLang="ko-KR" dirty="0"/>
          </a:p>
          <a:p>
            <a:r>
              <a:rPr lang="en-US" altLang="ko-KR" dirty="0" smtClean="0"/>
              <a:t>Reference</a:t>
            </a:r>
          </a:p>
          <a:p>
            <a:endParaRPr lang="en-US" altLang="ko-KR" dirty="0"/>
          </a:p>
          <a:p>
            <a:r>
              <a:rPr lang="en-US" altLang="ko-KR" dirty="0" err="1" smtClean="0"/>
              <a:t>QnA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6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220200" y="173679"/>
            <a:ext cx="2743200" cy="365125"/>
          </a:xfrm>
        </p:spPr>
        <p:txBody>
          <a:bodyPr/>
          <a:lstStyle/>
          <a:p>
            <a:r>
              <a:rPr lang="en-US" altLang="ko-KR" sz="2000" b="1" dirty="0"/>
              <a:t>2</a:t>
            </a:r>
            <a:endParaRPr lang="ko-KR" altLang="en-US" sz="2000" b="1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13 June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2382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220200" y="173679"/>
            <a:ext cx="2743200" cy="365125"/>
          </a:xfrm>
        </p:spPr>
        <p:txBody>
          <a:bodyPr/>
          <a:lstStyle/>
          <a:p>
            <a:r>
              <a:rPr lang="en-US" altLang="ko-KR" sz="2000" b="1" dirty="0"/>
              <a:t>3</a:t>
            </a:r>
            <a:endParaRPr lang="ko-KR" altLang="en-US" sz="2000" b="1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13 June 2024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702128" y="1842253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1800" dirty="0" smtClean="0"/>
              <a:t>대형 언어 모델</a:t>
            </a:r>
            <a:r>
              <a:rPr lang="en-US" altLang="ko-KR" sz="1800" dirty="0" smtClean="0"/>
              <a:t>(LLM)</a:t>
            </a:r>
            <a:r>
              <a:rPr lang="ko-KR" altLang="en-US" sz="1800" dirty="0" smtClean="0"/>
              <a:t>을 활용한 애플리케이션 개발을 단순화하는 오픈 소스 프레임워크</a:t>
            </a:r>
            <a:endParaRPr lang="en-US" altLang="ko-KR" sz="1800" dirty="0" smtClean="0"/>
          </a:p>
          <a:p>
            <a:endParaRPr lang="en-US" altLang="ko-KR" sz="1800" dirty="0" smtClean="0"/>
          </a:p>
          <a:p>
            <a:r>
              <a:rPr lang="en-US" altLang="ko-KR" sz="1800" dirty="0" smtClean="0"/>
              <a:t>LLM </a:t>
            </a:r>
            <a:r>
              <a:rPr lang="ko-KR" altLang="en-US" sz="1800" dirty="0" smtClean="0"/>
              <a:t>모델 중 하나인 </a:t>
            </a:r>
            <a:r>
              <a:rPr lang="en-US" altLang="ko-KR" sz="1800" dirty="0" err="1" smtClean="0"/>
              <a:t>ChatGPT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외에도 많은 </a:t>
            </a:r>
            <a:r>
              <a:rPr lang="en-US" altLang="ko-KR" sz="1800" dirty="0" smtClean="0"/>
              <a:t>LLM</a:t>
            </a:r>
            <a:r>
              <a:rPr lang="ko-KR" altLang="en-US" sz="1800" dirty="0"/>
              <a:t> </a:t>
            </a:r>
            <a:r>
              <a:rPr lang="ko-KR" altLang="en-US" sz="1800" dirty="0" smtClean="0"/>
              <a:t>모델이 개발</a:t>
            </a:r>
            <a:r>
              <a:rPr lang="en-US" altLang="ko-KR" sz="1800" dirty="0" smtClean="0"/>
              <a:t>, </a:t>
            </a:r>
            <a:r>
              <a:rPr lang="en-US" altLang="ko-KR" sz="1800" dirty="0" err="1" smtClean="0"/>
              <a:t>ChatGPT</a:t>
            </a:r>
            <a:r>
              <a:rPr lang="ko-KR" altLang="en-US" sz="1800" dirty="0" smtClean="0"/>
              <a:t>가 독보적인 상용화</a:t>
            </a:r>
            <a:endParaRPr lang="en-US" altLang="ko-KR" sz="18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48343" y="356241"/>
            <a:ext cx="11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/>
              <a:t>LangChain</a:t>
            </a:r>
            <a:r>
              <a:rPr lang="ko-KR" altLang="en-US" sz="3200" b="1" dirty="0" smtClean="0"/>
              <a:t>이란</a:t>
            </a:r>
            <a:r>
              <a:rPr lang="en-US" altLang="ko-KR" sz="3200" b="1" dirty="0" smtClean="0"/>
              <a:t>?</a:t>
            </a:r>
            <a:endParaRPr lang="ko-KR" altLang="en-US" sz="3200" b="1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43" y="4325492"/>
            <a:ext cx="2852424" cy="836711"/>
          </a:xfrm>
          <a:prstGeom prst="rect">
            <a:avLst/>
          </a:prstGeom>
        </p:spPr>
      </p:pic>
      <p:cxnSp>
        <p:nvCxnSpPr>
          <p:cNvPr id="23" name="직선 화살표 연결선 22"/>
          <p:cNvCxnSpPr/>
          <p:nvPr/>
        </p:nvCxnSpPr>
        <p:spPr>
          <a:xfrm flipV="1">
            <a:off x="3788823" y="4017922"/>
            <a:ext cx="1554702" cy="7315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V="1">
            <a:off x="3791000" y="4743847"/>
            <a:ext cx="1552525" cy="1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3788823" y="4745623"/>
            <a:ext cx="1554702" cy="7259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내용 개체 틀 3"/>
          <p:cNvSpPr txBox="1">
            <a:spLocks/>
          </p:cNvSpPr>
          <p:nvPr/>
        </p:nvSpPr>
        <p:spPr>
          <a:xfrm>
            <a:off x="5270665" y="384250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 smtClean="0"/>
              <a:t>정보 접근 제한</a:t>
            </a:r>
            <a:endParaRPr lang="en-US" altLang="ko-KR" sz="1800" dirty="0" smtClean="0"/>
          </a:p>
          <a:p>
            <a:endParaRPr lang="en-US" altLang="ko-KR" sz="1800" dirty="0" smtClean="0"/>
          </a:p>
          <a:p>
            <a:r>
              <a:rPr lang="ko-KR" altLang="en-US" sz="1800" dirty="0" smtClean="0"/>
              <a:t>토큰 제한</a:t>
            </a:r>
            <a:endParaRPr lang="en-US" altLang="ko-KR" sz="1800" dirty="0" smtClean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ko-KR" altLang="en-US" sz="1800" dirty="0" smtClean="0"/>
              <a:t>환각 현상</a:t>
            </a:r>
            <a:r>
              <a:rPr lang="en-US" altLang="ko-KR" sz="1800" dirty="0" smtClean="0"/>
              <a:t>(Hallucination)</a:t>
            </a:r>
          </a:p>
          <a:p>
            <a:pPr marL="0" indent="0">
              <a:buNone/>
            </a:pPr>
            <a:endParaRPr lang="en-US" altLang="ko-KR" sz="2400" dirty="0" smtClean="0"/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60245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220200" y="173679"/>
            <a:ext cx="2743200" cy="365125"/>
          </a:xfrm>
        </p:spPr>
        <p:txBody>
          <a:bodyPr/>
          <a:lstStyle/>
          <a:p>
            <a:r>
              <a:rPr lang="en-US" altLang="ko-KR" sz="2000" b="1" dirty="0" smtClean="0"/>
              <a:t>4</a:t>
            </a:r>
            <a:endParaRPr lang="ko-KR" altLang="en-US" sz="2000" b="1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13 June 2024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8343" y="356241"/>
            <a:ext cx="11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/>
              <a:t>LangChain</a:t>
            </a:r>
            <a:r>
              <a:rPr lang="en-US" altLang="ko-KR" sz="3200" b="1" dirty="0" smtClean="0"/>
              <a:t> </a:t>
            </a:r>
            <a:r>
              <a:rPr lang="ko-KR" altLang="en-US" sz="3200" b="1" dirty="0" smtClean="0"/>
              <a:t>구성 요소</a:t>
            </a:r>
            <a:endParaRPr lang="ko-KR" altLang="en-US" sz="3200" b="1" dirty="0"/>
          </a:p>
        </p:txBody>
      </p:sp>
      <p:sp>
        <p:nvSpPr>
          <p:cNvPr id="13" name="내용 개체 틀 3"/>
          <p:cNvSpPr>
            <a:spLocks noGrp="1"/>
          </p:cNvSpPr>
          <p:nvPr>
            <p:ph idx="1"/>
          </p:nvPr>
        </p:nvSpPr>
        <p:spPr>
          <a:xfrm>
            <a:off x="597131" y="2005012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1800" b="1" dirty="0" err="1" smtClean="0"/>
              <a:t>ChatModel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대화형 상호작용을 처리하도록 설계된 언어 모델</a:t>
            </a:r>
            <a:endParaRPr lang="en-US" altLang="ko-KR" sz="1800" dirty="0" smtClean="0"/>
          </a:p>
          <a:p>
            <a:endParaRPr lang="en-US" altLang="ko-KR" sz="1800" dirty="0"/>
          </a:p>
          <a:p>
            <a:r>
              <a:rPr lang="en-US" altLang="ko-KR" sz="1800" b="1" dirty="0" smtClean="0"/>
              <a:t>Message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대화의 각 교환을 나타내는 메시지 리스트로</a:t>
            </a:r>
            <a:r>
              <a:rPr lang="en-US" altLang="ko-KR" sz="1800" dirty="0" smtClean="0"/>
              <a:t>, content</a:t>
            </a:r>
            <a:r>
              <a:rPr lang="ko-KR" altLang="en-US" sz="1800" dirty="0" smtClean="0"/>
              <a:t>와 </a:t>
            </a:r>
            <a:r>
              <a:rPr lang="en-US" altLang="ko-KR" sz="1800" dirty="0" smtClean="0"/>
              <a:t>role</a:t>
            </a:r>
            <a:r>
              <a:rPr lang="ko-KR" altLang="en-US" sz="1800" dirty="0" smtClean="0"/>
              <a:t>로 구성</a:t>
            </a:r>
            <a:endParaRPr lang="en-US" altLang="ko-KR" sz="1800" dirty="0" smtClean="0"/>
          </a:p>
          <a:p>
            <a:endParaRPr lang="en-US" altLang="ko-KR" sz="1800" dirty="0"/>
          </a:p>
          <a:p>
            <a:r>
              <a:rPr lang="en-US" altLang="ko-KR" sz="1800" b="1" dirty="0" smtClean="0"/>
              <a:t>Prompt Template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사용자 입력을 구조화하여 </a:t>
            </a:r>
            <a:r>
              <a:rPr lang="en-US" altLang="ko-KR" sz="1800" dirty="0" smtClean="0"/>
              <a:t>LLM</a:t>
            </a:r>
            <a:r>
              <a:rPr lang="ko-KR" altLang="en-US" sz="1800" dirty="0" smtClean="0"/>
              <a:t>이 적절한 응답을 생성하도록 돕는 템플릿</a:t>
            </a:r>
            <a:endParaRPr lang="en-US" altLang="ko-KR" sz="1800" dirty="0" smtClean="0"/>
          </a:p>
          <a:p>
            <a:endParaRPr lang="en-US" altLang="ko-KR" sz="1800" dirty="0"/>
          </a:p>
          <a:p>
            <a:r>
              <a:rPr lang="en-US" altLang="ko-KR" sz="1800" b="1" dirty="0" smtClean="0"/>
              <a:t>Chain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여러 구성 요소를 결합하여 특정 작업을 수행하는 구조입니다</a:t>
            </a:r>
            <a:r>
              <a:rPr lang="en-US" altLang="ko-KR" sz="1800" dirty="0" smtClean="0"/>
              <a:t>.</a:t>
            </a:r>
          </a:p>
          <a:p>
            <a:endParaRPr lang="en-US" altLang="ko-KR" sz="1800" dirty="0"/>
          </a:p>
          <a:p>
            <a:r>
              <a:rPr lang="en-US" altLang="ko-KR" sz="1800" b="1" dirty="0" smtClean="0"/>
              <a:t>Memory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이전 상호작용을 기억하여 응답을 생성할 때 참고할 수 있습니다</a:t>
            </a:r>
            <a:r>
              <a:rPr lang="en-US" altLang="ko-KR" sz="1800" dirty="0" smtClean="0"/>
              <a:t>.</a:t>
            </a:r>
            <a:endParaRPr lang="en-US" altLang="ko-KR" sz="1800" dirty="0"/>
          </a:p>
          <a:p>
            <a:endParaRPr lang="en-US" altLang="ko-KR" sz="2400" dirty="0"/>
          </a:p>
          <a:p>
            <a:endParaRPr lang="en-US" altLang="ko-KR" sz="2400" dirty="0" smtClean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43256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220200" y="173679"/>
            <a:ext cx="2743200" cy="365125"/>
          </a:xfrm>
        </p:spPr>
        <p:txBody>
          <a:bodyPr/>
          <a:lstStyle/>
          <a:p>
            <a:r>
              <a:rPr lang="en-US" altLang="ko-KR" sz="2000" b="1" dirty="0"/>
              <a:t>5</a:t>
            </a:r>
            <a:endParaRPr lang="ko-KR" altLang="en-US" sz="2000" b="1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13 June 2024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8343" y="356241"/>
            <a:ext cx="11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/>
              <a:t>MindGuide</a:t>
            </a:r>
            <a:r>
              <a:rPr lang="en-US" altLang="ko-KR" sz="3200" b="1" dirty="0" smtClean="0"/>
              <a:t>  </a:t>
            </a:r>
            <a:r>
              <a:rPr lang="ko-KR" altLang="en-US" sz="3200" b="1" dirty="0" smtClean="0"/>
              <a:t>아키텍처</a:t>
            </a:r>
            <a:endParaRPr lang="ko-KR" altLang="en-US" sz="32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99" y="1123578"/>
            <a:ext cx="9892145" cy="507583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546168" y="2743200"/>
            <a:ext cx="1928552" cy="59851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LLM Framework 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86" y="1123578"/>
            <a:ext cx="9892145" cy="5075831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537855" y="2743200"/>
            <a:ext cx="1928552" cy="5985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LLM Framework 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487977" y="4470833"/>
            <a:ext cx="2075411" cy="6493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Large Language Model GPT-4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473236" y="2743200"/>
            <a:ext cx="1643150" cy="9476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Web </a:t>
            </a:r>
            <a:r>
              <a:rPr lang="en-US" altLang="ko-KR" smtClean="0">
                <a:solidFill>
                  <a:schemeClr val="tx1"/>
                </a:solidFill>
              </a:rPr>
              <a:t>Framework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73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250" y="136525"/>
            <a:ext cx="10515600" cy="1325563"/>
          </a:xfrm>
        </p:spPr>
        <p:txBody>
          <a:bodyPr/>
          <a:lstStyle/>
          <a:p>
            <a:r>
              <a:rPr lang="en-US" altLang="ko-KR" dirty="0" smtClean="0"/>
              <a:t>Code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015" y="222250"/>
            <a:ext cx="9639985" cy="6473749"/>
          </a:xfrm>
          <a:prstGeom prst="rect">
            <a:avLst/>
          </a:prstGeom>
        </p:spPr>
      </p:pic>
      <p:sp>
        <p:nvSpPr>
          <p:cNvPr id="5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220200" y="173679"/>
            <a:ext cx="2743200" cy="365125"/>
          </a:xfrm>
        </p:spPr>
        <p:txBody>
          <a:bodyPr/>
          <a:lstStyle/>
          <a:p>
            <a:r>
              <a:rPr lang="en-US" altLang="ko-KR" sz="2000" b="1" dirty="0" smtClean="0"/>
              <a:t>6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47398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220200" y="173679"/>
            <a:ext cx="2743200" cy="365125"/>
          </a:xfrm>
        </p:spPr>
        <p:txBody>
          <a:bodyPr/>
          <a:lstStyle/>
          <a:p>
            <a:r>
              <a:rPr lang="en-US" altLang="ko-KR" sz="2000" b="1" dirty="0"/>
              <a:t>7</a:t>
            </a:r>
            <a:endParaRPr lang="ko-KR" altLang="en-US" sz="2000" b="1" dirty="0"/>
          </a:p>
        </p:txBody>
      </p:sp>
      <p:pic>
        <p:nvPicPr>
          <p:cNvPr id="3" name="2024-06-12 21-34-3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3399" y="276225"/>
            <a:ext cx="10867895" cy="611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96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8343" y="356241"/>
            <a:ext cx="11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Reference</a:t>
            </a:r>
            <a:endParaRPr lang="ko-KR" altLang="en-US" sz="3200" b="1" dirty="0"/>
          </a:p>
        </p:txBody>
      </p:sp>
      <p:sp>
        <p:nvSpPr>
          <p:cNvPr id="5" name="직사각형 4"/>
          <p:cNvSpPr/>
          <p:nvPr/>
        </p:nvSpPr>
        <p:spPr>
          <a:xfrm>
            <a:off x="348343" y="2028825"/>
            <a:ext cx="107251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/>
              <a:t>Revolutionizing Mental Health Care through </a:t>
            </a:r>
            <a:r>
              <a:rPr lang="en-US" altLang="ko-KR" b="1" dirty="0" err="1" smtClean="0"/>
              <a:t>LangChain</a:t>
            </a:r>
            <a:r>
              <a:rPr lang="en-US" altLang="ko-KR" b="1" dirty="0" smtClean="0"/>
              <a:t> : </a:t>
            </a:r>
            <a:r>
              <a:rPr lang="en-US" altLang="ko-KR" dirty="0" smtClean="0"/>
              <a:t>A Journey with a Large Language Model </a:t>
            </a:r>
            <a:r>
              <a:rPr lang="en-US" altLang="ko-KR" b="1" dirty="0" smtClean="0"/>
              <a:t>(</a:t>
            </a:r>
            <a:r>
              <a:rPr lang="en-US" altLang="ko-KR" dirty="0" err="1" smtClean="0"/>
              <a:t>Aditi</a:t>
            </a:r>
            <a:r>
              <a:rPr lang="en-US" altLang="ko-KR" dirty="0" smtClean="0"/>
              <a:t> Singh, 2024</a:t>
            </a:r>
            <a:r>
              <a:rPr lang="en-US" altLang="ko-KR" b="1" dirty="0" smtClean="0"/>
              <a:t>)</a:t>
            </a:r>
          </a:p>
          <a:p>
            <a:endParaRPr lang="en-US" altLang="ko-KR" b="1" dirty="0"/>
          </a:p>
          <a:p>
            <a:r>
              <a:rPr lang="en-US" altLang="ko-KR" dirty="0" smtClean="0">
                <a:hlinkClick r:id="rId2"/>
              </a:rPr>
              <a:t>https://arxiv.org/pdf/2403.05568</a:t>
            </a:r>
            <a:endParaRPr lang="ko-KR" altLang="en-US" dirty="0"/>
          </a:p>
        </p:txBody>
      </p:sp>
      <p:sp>
        <p:nvSpPr>
          <p:cNvPr id="6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220200" y="173679"/>
            <a:ext cx="2743200" cy="365125"/>
          </a:xfrm>
        </p:spPr>
        <p:txBody>
          <a:bodyPr/>
          <a:lstStyle/>
          <a:p>
            <a:r>
              <a:rPr lang="en-US" altLang="ko-KR" sz="2000" b="1" dirty="0" smtClean="0"/>
              <a:t>8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7894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62475" y="2667000"/>
            <a:ext cx="88011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800" dirty="0" err="1" smtClean="0"/>
              <a:t>QnA</a:t>
            </a:r>
            <a:endParaRPr lang="ko-KR" altLang="en-US" sz="8800" dirty="0"/>
          </a:p>
        </p:txBody>
      </p:sp>
      <p:sp>
        <p:nvSpPr>
          <p:cNvPr id="5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220200" y="173679"/>
            <a:ext cx="2743200" cy="365125"/>
          </a:xfrm>
        </p:spPr>
        <p:txBody>
          <a:bodyPr/>
          <a:lstStyle/>
          <a:p>
            <a:r>
              <a:rPr lang="en-US" altLang="ko-KR" sz="2000" b="1" dirty="0" smtClean="0"/>
              <a:t>9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458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200</Words>
  <Application>Microsoft Office PowerPoint</Application>
  <PresentationFormat>와이드스크린</PresentationFormat>
  <Paragraphs>69</Paragraphs>
  <Slides>9</Slides>
  <Notes>1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Revolutionizing Mental Health Care through LangChain</vt:lpstr>
      <vt:lpstr>목차</vt:lpstr>
      <vt:lpstr>PowerPoint 프레젠테이션</vt:lpstr>
      <vt:lpstr>PowerPoint 프레젠테이션</vt:lpstr>
      <vt:lpstr>PowerPoint 프레젠테이션</vt:lpstr>
      <vt:lpstr>Code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Revolutionizing Mental Health Care through LangChain</dc:title>
  <dc:creator>ed</dc:creator>
  <cp:lastModifiedBy>ed</cp:lastModifiedBy>
  <cp:revision>17</cp:revision>
  <dcterms:created xsi:type="dcterms:W3CDTF">2024-06-12T06:41:41Z</dcterms:created>
  <dcterms:modified xsi:type="dcterms:W3CDTF">2024-06-18T02:53:13Z</dcterms:modified>
</cp:coreProperties>
</file>